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3" r:id="rId8"/>
    <p:sldId id="262" r:id="rId9"/>
    <p:sldId id="267" r:id="rId10"/>
    <p:sldId id="268" r:id="rId11"/>
    <p:sldId id="269" r:id="rId12"/>
    <p:sldId id="270" r:id="rId13"/>
    <p:sldId id="261" r:id="rId14"/>
    <p:sldId id="264" r:id="rId15"/>
  </p:sldIdLst>
  <p:sldSz cx="18288000" cy="10287000"/>
  <p:notesSz cx="6858000" cy="9144000"/>
  <p:embeddedFontLst>
    <p:embeddedFont>
      <p:font typeface="Arimo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uce" panose="020B0604020202020204" charset="0"/>
      <p:regular r:id="rId25"/>
    </p:embeddedFont>
    <p:embeddedFont>
      <p:font typeface="Open Sauce Bold" panose="020B0604020202020204" charset="0"/>
      <p:regular r:id="rId26"/>
    </p:embeddedFont>
    <p:embeddedFont>
      <p:font typeface="Open Sauce Light" panose="020B0604020202020204" charset="0"/>
      <p:regular r:id="rId27"/>
    </p:embeddedFont>
    <p:embeddedFont>
      <p:font typeface="Open Sauce Semi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5" d="100"/>
          <a:sy n="45" d="100"/>
        </p:scale>
        <p:origin x="1234" y="4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124068" y="8061960"/>
            <a:ext cx="18486" cy="119634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>
            <a:off x="1028700" y="9043104"/>
            <a:ext cx="7192957" cy="215196"/>
            <a:chOff x="0" y="0"/>
            <a:chExt cx="9590610" cy="286927"/>
          </a:xfrm>
        </p:grpSpPr>
        <p:sp>
          <p:nvSpPr>
            <p:cNvPr id="4" name="AutoShape 4"/>
            <p:cNvSpPr/>
            <p:nvPr/>
          </p:nvSpPr>
          <p:spPr>
            <a:xfrm>
              <a:off x="0" y="128647"/>
              <a:ext cx="9590610" cy="29633"/>
            </a:xfrm>
            <a:prstGeom prst="rect">
              <a:avLst/>
            </a:prstGeom>
            <a:solidFill>
              <a:srgbClr val="00F7FF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0"/>
              <a:ext cx="613239" cy="286927"/>
            </a:xfrm>
            <a:prstGeom prst="rect">
              <a:avLst/>
            </a:prstGeom>
            <a:solidFill>
              <a:srgbClr val="00F7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031168" y="2938199"/>
            <a:ext cx="922421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0"/>
              </a:lnSpc>
            </a:pPr>
            <a:r>
              <a:rPr lang="en-US" sz="12000" dirty="0" err="1">
                <a:solidFill>
                  <a:srgbClr val="00F7FF"/>
                </a:solidFill>
                <a:latin typeface="Open Sauce SemiBold"/>
              </a:rPr>
              <a:t>Stampify</a:t>
            </a:r>
            <a:endParaRPr lang="en-US" sz="12000" dirty="0">
              <a:solidFill>
                <a:srgbClr val="00F7FF"/>
              </a:solidFill>
              <a:latin typeface="Open Sauce SemiBold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936435" y="4873752"/>
            <a:ext cx="7315200" cy="53949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701547" y="8014335"/>
            <a:ext cx="2443649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pen Sauce Light"/>
              </a:rPr>
              <a:t>Giving you more control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706711" y="8014335"/>
            <a:ext cx="2443649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uce Light"/>
              </a:rPr>
              <a:t>Choose Where &amp; When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212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DE" sz="6599" dirty="0">
                <a:solidFill>
                  <a:srgbClr val="00F7FF"/>
                </a:solidFill>
                <a:latin typeface="Open Sauce SemiBold"/>
              </a:rPr>
              <a:t>Paramveer </a:t>
            </a:r>
          </a:p>
          <a:p>
            <a:pPr>
              <a:lnSpc>
                <a:spcPts val="8579"/>
              </a:lnSpc>
            </a:pPr>
            <a:r>
              <a:rPr lang="en-DE" sz="6599" dirty="0">
                <a:solidFill>
                  <a:srgbClr val="00F7FF"/>
                </a:solidFill>
                <a:latin typeface="Open Sauce SemiBold"/>
              </a:rPr>
              <a:t>Singh</a:t>
            </a:r>
            <a:endParaRPr lang="en-US" sz="6599" dirty="0">
              <a:solidFill>
                <a:srgbClr val="00F7FF"/>
              </a:solidFill>
              <a:latin typeface="Open Sauce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15400" y="2368696"/>
            <a:ext cx="8840088" cy="4361707"/>
            <a:chOff x="0" y="12762"/>
            <a:chExt cx="11055994" cy="4181768"/>
          </a:xfrm>
        </p:grpSpPr>
        <p:sp>
          <p:nvSpPr>
            <p:cNvPr id="6" name="TextBox 6"/>
            <p:cNvSpPr txBox="1"/>
            <p:nvPr/>
          </p:nvSpPr>
          <p:spPr>
            <a:xfrm>
              <a:off x="0" y="12762"/>
              <a:ext cx="11055994" cy="41817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8800"/>
                </a:lnSpc>
              </a:pPr>
              <a:r>
                <a:rPr lang="en-DE" sz="4400" dirty="0">
                  <a:solidFill>
                    <a:srgbClr val="FFFFFF"/>
                  </a:solidFill>
                  <a:latin typeface="Open Sauce SemiBold"/>
                </a:rPr>
                <a:t>AI Engineer with a focus on NLP</a:t>
              </a:r>
            </a:p>
            <a:p>
              <a:pPr marL="0" lvl="0" indent="0">
                <a:lnSpc>
                  <a:spcPts val="8800"/>
                </a:lnSpc>
              </a:pPr>
              <a:r>
                <a:rPr lang="en-DE" sz="4400" dirty="0">
                  <a:solidFill>
                    <a:srgbClr val="FFFFFF"/>
                  </a:solidFill>
                  <a:latin typeface="Open Sauce SemiBold"/>
                </a:rPr>
                <a:t>A Masters candidate in Finance</a:t>
              </a:r>
            </a:p>
            <a:p>
              <a:pPr marL="0" lvl="0" indent="0">
                <a:lnSpc>
                  <a:spcPts val="8800"/>
                </a:lnSpc>
              </a:pPr>
              <a:r>
                <a:rPr lang="en-DE" sz="4400" dirty="0">
                  <a:solidFill>
                    <a:srgbClr val="FFFFFF"/>
                  </a:solidFill>
                  <a:latin typeface="Open Sauce SemiBold"/>
                </a:rPr>
                <a:t>A former International cricket player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034688" y="2445387"/>
              <a:ext cx="8021306" cy="318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endParaRPr lang="en-US" sz="1800" dirty="0">
                <a:solidFill>
                  <a:srgbClr val="FFFFFF"/>
                </a:solidFill>
                <a:latin typeface="Open Sauce Light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436112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0802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00837" y="1171575"/>
            <a:ext cx="305802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pen Sauce"/>
              </a:rPr>
              <a:t>TIME IS PRECIOUS, WE GIVE YOU CONTROL OVER IT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9139590"/>
            <a:ext cx="7192957" cy="22225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4" name="TextBox 4"/>
          <p:cNvSpPr txBox="1"/>
          <p:nvPr/>
        </p:nvSpPr>
        <p:spPr>
          <a:xfrm>
            <a:off x="1028700" y="3098165"/>
            <a:ext cx="9353108" cy="493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700"/>
              </a:lnSpc>
            </a:pP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Ever found yourself scrolling </a:t>
            </a:r>
            <a:r>
              <a:rPr lang="en-DE" sz="7000" dirty="0">
                <a:solidFill>
                  <a:srgbClr val="FFFFFF"/>
                </a:solidFill>
                <a:latin typeface="Open Sauce SemiBold"/>
              </a:rPr>
              <a:t>through the timelines </a:t>
            </a: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on</a:t>
            </a:r>
            <a:r>
              <a:rPr lang="en-DE" sz="7000" dirty="0">
                <a:solidFill>
                  <a:srgbClr val="FFFFFF"/>
                </a:solidFill>
                <a:latin typeface="Open Sauce SemiBold"/>
              </a:rPr>
              <a:t> a</a:t>
            </a: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 video looking for</a:t>
            </a:r>
            <a:r>
              <a:rPr lang="en-DE" sz="7000" dirty="0">
                <a:solidFill>
                  <a:srgbClr val="FFFFFF"/>
                </a:solidFill>
                <a:latin typeface="Open Sauce SemiBold"/>
              </a:rPr>
              <a:t> </a:t>
            </a: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something specific?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1257300"/>
            <a:ext cx="922421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400" dirty="0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sp>
        <p:nvSpPr>
          <p:cNvPr id="7" name="AutoShape 7"/>
          <p:cNvSpPr/>
          <p:nvPr/>
        </p:nvSpPr>
        <p:spPr>
          <a:xfrm>
            <a:off x="1488629" y="9031992"/>
            <a:ext cx="459929" cy="215196"/>
          </a:xfrm>
          <a:prstGeom prst="rect">
            <a:avLst/>
          </a:prstGeom>
          <a:solidFill>
            <a:srgbClr val="00F7FF"/>
          </a:solidFill>
        </p:spPr>
      </p:sp>
      <p:grpSp>
        <p:nvGrpSpPr>
          <p:cNvPr id="8" name="Group 8"/>
          <p:cNvGrpSpPr/>
          <p:nvPr/>
        </p:nvGrpSpPr>
        <p:grpSpPr>
          <a:xfrm>
            <a:off x="15436112" y="8361045"/>
            <a:ext cx="1823188" cy="897255"/>
            <a:chOff x="0" y="0"/>
            <a:chExt cx="2430917" cy="1196340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00837" y="1171575"/>
            <a:ext cx="305802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pen Sauce"/>
              </a:rPr>
              <a:t>TIME IS PRECIOUS, WE GIVE YOU CONTROL OVER 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 dirty="0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139590"/>
            <a:ext cx="7192957" cy="22225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5" name="TextBox 5"/>
          <p:cNvSpPr txBox="1"/>
          <p:nvPr/>
        </p:nvSpPr>
        <p:spPr>
          <a:xfrm>
            <a:off x="1028700" y="2612390"/>
            <a:ext cx="9353108" cy="488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700"/>
              </a:lnSpc>
            </a:pP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Looking for a specific discussion in your fav podcast or lecture video, but just can't find it?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48558" y="9031992"/>
            <a:ext cx="459929" cy="215196"/>
          </a:xfrm>
          <a:prstGeom prst="rect">
            <a:avLst/>
          </a:prstGeom>
          <a:solidFill>
            <a:srgbClr val="00F7FF"/>
          </a:solidFill>
        </p:spPr>
      </p:sp>
      <p:grpSp>
        <p:nvGrpSpPr>
          <p:cNvPr id="8" name="Group 8"/>
          <p:cNvGrpSpPr/>
          <p:nvPr/>
        </p:nvGrpSpPr>
        <p:grpSpPr>
          <a:xfrm>
            <a:off x="15436112" y="8361045"/>
            <a:ext cx="1823188" cy="897255"/>
            <a:chOff x="0" y="0"/>
            <a:chExt cx="2430917" cy="1196340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00837" y="1171575"/>
            <a:ext cx="305802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pen Sauce"/>
              </a:rPr>
              <a:t>TIME IS PRECIOUS, WE GIVE YOU CONTROL OVER 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139590"/>
            <a:ext cx="7192957" cy="22225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5" name="TextBox 5"/>
          <p:cNvSpPr txBox="1"/>
          <p:nvPr/>
        </p:nvSpPr>
        <p:spPr>
          <a:xfrm>
            <a:off x="1028700" y="2612390"/>
            <a:ext cx="9353108" cy="488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700"/>
              </a:lnSpc>
            </a:pP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Been there, done that. Scrolling through the video endlessly, over and over again.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5435675" y="8361045"/>
            <a:ext cx="1823188" cy="897255"/>
            <a:chOff x="0" y="0"/>
            <a:chExt cx="2430917" cy="1196340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2408487" y="9031992"/>
            <a:ext cx="459929" cy="215196"/>
          </a:xfrm>
          <a:prstGeom prst="rect">
            <a:avLst/>
          </a:prstGeom>
          <a:solidFill>
            <a:srgbClr val="00F7FF"/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00837" y="1171575"/>
            <a:ext cx="305802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pen Sauce"/>
              </a:rPr>
              <a:t>TIME IS PRECIOUS, WE GIVE YOU CONTROL OVER 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139590"/>
            <a:ext cx="7192957" cy="22225"/>
          </a:xfrm>
          <a:prstGeom prst="rect">
            <a:avLst/>
          </a:prstGeom>
          <a:solidFill>
            <a:srgbClr val="00F7FF"/>
          </a:solid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6638329"/>
            <a:ext cx="3807931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sz="4599">
                <a:solidFill>
                  <a:srgbClr val="00F7FF"/>
                </a:solidFill>
                <a:latin typeface="Open Sans"/>
              </a:rPr>
              <a:t>More Control </a:t>
            </a:r>
            <a:r>
              <a:rPr lang="en-US" sz="4599">
                <a:solidFill>
                  <a:srgbClr val="FFFFFF"/>
                </a:solidFill>
                <a:latin typeface="Open Sa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10304" y="6638329"/>
            <a:ext cx="3936950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F7FF"/>
                </a:solidFill>
                <a:latin typeface="Open Sans"/>
              </a:rPr>
              <a:t>More Efficient</a:t>
            </a:r>
            <a:r>
              <a:rPr lang="en-US" sz="4599">
                <a:solidFill>
                  <a:srgbClr val="00F7FF"/>
                </a:solidFill>
                <a:latin typeface="Arimo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15808" y="6579274"/>
            <a:ext cx="20538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Open Sauce Light"/>
              </a:rPr>
              <a:t>|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883614"/>
            <a:ext cx="9928932" cy="294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Introducing</a:t>
            </a:r>
            <a:endParaRPr lang="en-US" sz="7000" dirty="0">
              <a:solidFill>
                <a:srgbClr val="00F7FF"/>
              </a:solidFill>
              <a:latin typeface="Open Sauce SemiBold"/>
            </a:endParaRPr>
          </a:p>
          <a:p>
            <a:pPr marL="0" lvl="0" indent="0">
              <a:lnSpc>
                <a:spcPts val="7700"/>
              </a:lnSpc>
            </a:pPr>
            <a:r>
              <a:rPr lang="en-US" sz="7000" dirty="0">
                <a:solidFill>
                  <a:srgbClr val="FFFFFF"/>
                </a:solidFill>
                <a:latin typeface="Open Sauce SemiBold"/>
              </a:rPr>
              <a:t>your one stop solution.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436112" y="8361045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2868416" y="9031992"/>
            <a:ext cx="459929" cy="215196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C11345-2BBE-4BC8-9522-AE2879B84676}"/>
              </a:ext>
            </a:extLst>
          </p:cNvPr>
          <p:cNvSpPr txBox="1"/>
          <p:nvPr/>
        </p:nvSpPr>
        <p:spPr>
          <a:xfrm>
            <a:off x="6066011" y="2798241"/>
            <a:ext cx="482536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solidFill>
                  <a:srgbClr val="00F7FF"/>
                </a:solidFill>
                <a:latin typeface="Open Sauce SemiBold"/>
              </a:rPr>
              <a:t>STAMPIFY</a:t>
            </a:r>
            <a:endParaRPr lang="en-DE" sz="7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833429"/>
            <a:ext cx="3192457" cy="215196"/>
            <a:chOff x="0" y="0"/>
            <a:chExt cx="4256610" cy="286927"/>
          </a:xfrm>
        </p:grpSpPr>
        <p:sp>
          <p:nvSpPr>
            <p:cNvPr id="3" name="AutoShape 3"/>
            <p:cNvSpPr/>
            <p:nvPr/>
          </p:nvSpPr>
          <p:spPr>
            <a:xfrm>
              <a:off x="0" y="129705"/>
              <a:ext cx="4256610" cy="27517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613239" cy="286927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264881" y="7833429"/>
            <a:ext cx="3192457" cy="215196"/>
            <a:chOff x="0" y="0"/>
            <a:chExt cx="4256610" cy="286927"/>
          </a:xfrm>
        </p:grpSpPr>
        <p:sp>
          <p:nvSpPr>
            <p:cNvPr id="6" name="AutoShape 6"/>
            <p:cNvSpPr/>
            <p:nvPr/>
          </p:nvSpPr>
          <p:spPr>
            <a:xfrm>
              <a:off x="0" y="129705"/>
              <a:ext cx="4256610" cy="27517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7" name="AutoShape 7"/>
            <p:cNvSpPr/>
            <p:nvPr/>
          </p:nvSpPr>
          <p:spPr>
            <a:xfrm>
              <a:off x="0" y="0"/>
              <a:ext cx="613239" cy="286927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2604636"/>
            <a:ext cx="3192457" cy="3884353"/>
            <a:chOff x="0" y="-76200"/>
            <a:chExt cx="4256610" cy="5179136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4256610" cy="739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19"/>
                </a:lnSpc>
              </a:pPr>
              <a:r>
                <a:rPr lang="en-US" sz="3299">
                  <a:solidFill>
                    <a:srgbClr val="00F7FF"/>
                  </a:solidFill>
                  <a:latin typeface="Open Sauce Bold"/>
                </a:rPr>
                <a:t>FOCUSED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77502"/>
              <a:ext cx="4256610" cy="3925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</a:pPr>
              <a:r>
                <a:rPr lang="en-US" sz="2099" dirty="0">
                  <a:solidFill>
                    <a:srgbClr val="00F7FF"/>
                  </a:solidFill>
                  <a:latin typeface="Open Sauce Light"/>
                </a:rPr>
                <a:t>STAMPIFY</a:t>
              </a:r>
              <a:r>
                <a:rPr lang="en-US" sz="2099" dirty="0">
                  <a:solidFill>
                    <a:srgbClr val="FFFFFF"/>
                  </a:solidFill>
                  <a:latin typeface="Open Sauce Light"/>
                </a:rPr>
                <a:t> gives users more </a:t>
              </a:r>
              <a:r>
                <a:rPr lang="en-US" sz="2099" dirty="0">
                  <a:solidFill>
                    <a:srgbClr val="00F7FF"/>
                  </a:solidFill>
                  <a:latin typeface="Open Sauce Light"/>
                </a:rPr>
                <a:t>controlled focus</a:t>
              </a:r>
              <a:r>
                <a:rPr lang="en-US" sz="2099" dirty="0">
                  <a:solidFill>
                    <a:srgbClr val="FFFFFF"/>
                  </a:solidFill>
                  <a:latin typeface="Open Sauce Light"/>
                </a:rPr>
                <a:t> on what they want in an era where there is </a:t>
              </a:r>
              <a:r>
                <a:rPr lang="en-US" sz="2099" dirty="0">
                  <a:solidFill>
                    <a:srgbClr val="00F7FF"/>
                  </a:solidFill>
                  <a:latin typeface="Open Sauce Light"/>
                </a:rPr>
                <a:t>Information Overload. </a:t>
              </a:r>
            </a:p>
            <a:p>
              <a:pPr marL="0" lvl="0" indent="0">
                <a:lnSpc>
                  <a:spcPts val="2939"/>
                </a:lnSpc>
              </a:pPr>
              <a:r>
                <a:rPr lang="en-GB" sz="2099" dirty="0">
                  <a:solidFill>
                    <a:srgbClr val="FFFFFF"/>
                  </a:solidFill>
                  <a:latin typeface="Open Sauce Light"/>
                </a:rPr>
                <a:t>Therefore,</a:t>
              </a:r>
              <a:r>
                <a:rPr lang="en-DE" sz="2099" dirty="0">
                  <a:solidFill>
                    <a:srgbClr val="FFFFFF"/>
                  </a:solidFill>
                  <a:latin typeface="Open Sauce Light"/>
                </a:rPr>
                <a:t> </a:t>
              </a:r>
              <a:r>
                <a:rPr lang="en-US" sz="2099" dirty="0">
                  <a:solidFill>
                    <a:srgbClr val="FFFFFF"/>
                  </a:solidFill>
                  <a:latin typeface="Open Sauce Light"/>
                </a:rPr>
                <a:t>allowing them to focus on other priorities.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64881" y="2604636"/>
            <a:ext cx="3192457" cy="3884354"/>
            <a:chOff x="0" y="-76200"/>
            <a:chExt cx="4256610" cy="517913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76200"/>
              <a:ext cx="4256610" cy="739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19"/>
                </a:lnSpc>
              </a:pPr>
              <a:r>
                <a:rPr lang="en-US" sz="3299">
                  <a:solidFill>
                    <a:srgbClr val="00F7FF"/>
                  </a:solidFill>
                  <a:latin typeface="Open Sauce Bold"/>
                </a:rPr>
                <a:t>FOR ALL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77503"/>
              <a:ext cx="4256610" cy="3925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 Light"/>
                </a:rPr>
                <a:t>- Over </a:t>
              </a:r>
              <a:r>
                <a:rPr lang="en-US" sz="2100" dirty="0">
                  <a:solidFill>
                    <a:srgbClr val="00F7FF"/>
                  </a:solidFill>
                  <a:latin typeface="Open Sauce Light"/>
                </a:rPr>
                <a:t>2 BILIION ACTIVE</a:t>
              </a:r>
              <a:r>
                <a:rPr lang="en-US" sz="2100" dirty="0">
                  <a:solidFill>
                    <a:srgbClr val="FFFFFF"/>
                  </a:solidFill>
                  <a:latin typeface="Open Sauce Light"/>
                </a:rPr>
                <a:t> </a:t>
              </a:r>
              <a:r>
                <a:rPr lang="en-US" sz="2100" dirty="0" err="1">
                  <a:solidFill>
                    <a:srgbClr val="FFFFFF"/>
                  </a:solidFill>
                  <a:latin typeface="Open Sauce Light"/>
                </a:rPr>
                <a:t>Youtube</a:t>
              </a:r>
              <a:r>
                <a:rPr lang="en-US" sz="2100" dirty="0">
                  <a:solidFill>
                    <a:srgbClr val="FFFFFF"/>
                  </a:solidFill>
                  <a:latin typeface="Open Sauce Light"/>
                </a:rPr>
                <a:t> Users.</a:t>
              </a:r>
            </a:p>
            <a:p>
              <a:pPr marL="0" lvl="0" indent="0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Open Sauce Light"/>
                </a:rPr>
                <a:t>-  </a:t>
              </a:r>
              <a:r>
                <a:rPr lang="en-US" sz="2100" dirty="0">
                  <a:solidFill>
                    <a:srgbClr val="00F7FF"/>
                  </a:solidFill>
                  <a:latin typeface="Open Sauce Light"/>
                </a:rPr>
                <a:t>STAMPIFY</a:t>
              </a:r>
              <a:r>
                <a:rPr lang="en-US" sz="2100" dirty="0">
                  <a:solidFill>
                    <a:srgbClr val="FFFFFF"/>
                  </a:solidFill>
                  <a:latin typeface="Open Sauce Light"/>
                </a:rPr>
                <a:t> can assist people on a global scale from school going children to the elderly looking for the step in the recipe.</a:t>
              </a:r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436112" y="8361045"/>
            <a:ext cx="1823188" cy="897255"/>
            <a:chOff x="0" y="0"/>
            <a:chExt cx="2430917" cy="1196340"/>
          </a:xfrm>
        </p:grpSpPr>
        <p:sp>
          <p:nvSpPr>
            <p:cNvPr id="17" name="AutoShape 17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324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US" sz="6599">
                <a:solidFill>
                  <a:srgbClr val="00F7FF"/>
                </a:solidFill>
                <a:latin typeface="Open Sauce SemiBold"/>
              </a:rPr>
              <a:t>AI Entity Based Searching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67305" y="2279793"/>
            <a:ext cx="8291995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800"/>
              </a:lnSpc>
            </a:pPr>
            <a:r>
              <a:rPr lang="en-DE" sz="8000" dirty="0">
                <a:solidFill>
                  <a:srgbClr val="FFFFFF"/>
                </a:solidFill>
                <a:latin typeface="Open Sauce SemiBold"/>
              </a:rPr>
              <a:t>Gets you the top mentioned Entities</a:t>
            </a:r>
            <a:endParaRPr lang="en-US" sz="8000" dirty="0">
              <a:solidFill>
                <a:srgbClr val="FFFFFF"/>
              </a:solidFill>
              <a:latin typeface="Open Sauce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595487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324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US" sz="6599">
                <a:solidFill>
                  <a:srgbClr val="00F7FF"/>
                </a:solidFill>
                <a:latin typeface="Open Sauce SemiBold"/>
              </a:rPr>
              <a:t>AI Entity Based Searching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67305" y="2279793"/>
            <a:ext cx="8291995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800"/>
              </a:lnSpc>
            </a:pPr>
            <a:endParaRPr lang="en-US" sz="8000" dirty="0">
              <a:solidFill>
                <a:srgbClr val="FFFFFF"/>
              </a:solidFill>
              <a:latin typeface="Open Sauce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595487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4CBE6F1-7FF8-44D4-B6F0-F4990516C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590807"/>
            <a:ext cx="10209337" cy="783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6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324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US" sz="6599">
                <a:solidFill>
                  <a:srgbClr val="00F7FF"/>
                </a:solidFill>
                <a:latin typeface="Open Sauce SemiBold"/>
              </a:rPr>
              <a:t>AI Entity Based Searching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595487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01D03F2-7A38-4298-9F4A-AC2A6D00D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794" y="1028700"/>
            <a:ext cx="4822266" cy="5969346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062CD7E9-7298-4931-8DE5-594F7EDCAA4D}"/>
              </a:ext>
            </a:extLst>
          </p:cNvPr>
          <p:cNvSpPr txBox="1"/>
          <p:nvPr/>
        </p:nvSpPr>
        <p:spPr>
          <a:xfrm>
            <a:off x="12132060" y="2352361"/>
            <a:ext cx="5295900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800"/>
              </a:lnSpc>
            </a:pPr>
            <a:r>
              <a:rPr lang="en-DE" sz="8000" dirty="0">
                <a:solidFill>
                  <a:srgbClr val="FFFFFF"/>
                </a:solidFill>
                <a:latin typeface="Open Sauce SemiBold"/>
              </a:rPr>
              <a:t>Simply Paste the Video ID </a:t>
            </a:r>
            <a:endParaRPr lang="en-US" sz="8000" dirty="0">
              <a:solidFill>
                <a:srgbClr val="FFFFFF"/>
              </a:solidFill>
              <a:latin typeface="Open Sauc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83551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324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US" sz="6599">
                <a:solidFill>
                  <a:srgbClr val="00F7FF"/>
                </a:solidFill>
                <a:latin typeface="Open Sauce SemiBold"/>
              </a:rPr>
              <a:t>AI Entity Based Searching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595487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3934786-59AC-4CA5-A585-539A8BD79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285" y="2525061"/>
            <a:ext cx="11773715" cy="3536768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42534B2B-F3A2-4AAA-86D0-DD62BB34758B}"/>
              </a:ext>
            </a:extLst>
          </p:cNvPr>
          <p:cNvSpPr txBox="1"/>
          <p:nvPr/>
        </p:nvSpPr>
        <p:spPr>
          <a:xfrm>
            <a:off x="13190019" y="6255643"/>
            <a:ext cx="485775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800"/>
              </a:lnSpc>
            </a:pPr>
            <a:r>
              <a:rPr lang="en-DE" sz="8000" dirty="0">
                <a:solidFill>
                  <a:srgbClr val="FFFFFF"/>
                </a:solidFill>
                <a:latin typeface="Open Sauce SemiBold"/>
              </a:rPr>
              <a:t>Voila!</a:t>
            </a:r>
            <a:endParaRPr lang="en-US" sz="8000" dirty="0">
              <a:solidFill>
                <a:srgbClr val="FFFFFF"/>
              </a:solidFill>
              <a:latin typeface="Open Sauc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85314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212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DE" sz="6599" dirty="0">
                <a:solidFill>
                  <a:srgbClr val="00F7FF"/>
                </a:solidFill>
                <a:latin typeface="Open Sauce SemiBold"/>
              </a:rPr>
              <a:t>TECH STACKS</a:t>
            </a:r>
            <a:endParaRPr lang="en-US" sz="6599" dirty="0">
              <a:solidFill>
                <a:srgbClr val="00F7FF"/>
              </a:solidFill>
              <a:latin typeface="Open Sauce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595487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  <p:pic>
        <p:nvPicPr>
          <p:cNvPr id="1026" name="Picture 2" descr="Wallpaper : programming language, Python programming, logo, simple  background, black background, artwork 3840x2160 - ThePrettyReckless -  1942267 - HD Wallpapers - WallHere">
            <a:extLst>
              <a:ext uri="{FF2B5EF4-FFF2-40B4-BE49-F238E27FC236}">
                <a16:creationId xmlns:a16="http://schemas.microsoft.com/office/drawing/2014/main" id="{B4BB3CA5-B492-42AF-970D-90BF2EBB3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400" y="2687138"/>
            <a:ext cx="3424238" cy="191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92 IT Solutions - HTML, CSS and JavaScript">
            <a:extLst>
              <a:ext uri="{FF2B5EF4-FFF2-40B4-BE49-F238E27FC236}">
                <a16:creationId xmlns:a16="http://schemas.microsoft.com/office/drawing/2014/main" id="{6E93BE85-2B40-4ECE-94AA-82E2C85A6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4200" y="2699839"/>
            <a:ext cx="688657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aCy - Wikipedia">
            <a:extLst>
              <a:ext uri="{FF2B5EF4-FFF2-40B4-BE49-F238E27FC236}">
                <a16:creationId xmlns:a16="http://schemas.microsoft.com/office/drawing/2014/main" id="{FCB9B6DC-E222-4B6E-A5FB-46DCB8016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267" y="5212624"/>
            <a:ext cx="358140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lask, logo Free Icon of Coreui Brands">
            <a:extLst>
              <a:ext uri="{FF2B5EF4-FFF2-40B4-BE49-F238E27FC236}">
                <a16:creationId xmlns:a16="http://schemas.microsoft.com/office/drawing/2014/main" id="{5061043D-3234-4410-BCF6-913F50059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543" y="5212625"/>
            <a:ext cx="1287858" cy="12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s ist Node.js?">
            <a:extLst>
              <a:ext uri="{FF2B5EF4-FFF2-40B4-BE49-F238E27FC236}">
                <a16:creationId xmlns:a16="http://schemas.microsoft.com/office/drawing/2014/main" id="{95BCE0EA-913C-454E-B7E9-C4D1A7A27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153" y="5212624"/>
            <a:ext cx="3952040" cy="131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942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17775" y="1028700"/>
            <a:ext cx="22225" cy="8229600"/>
          </a:xfrm>
          <a:prstGeom prst="rect">
            <a:avLst/>
          </a:prstGeom>
          <a:solidFill>
            <a:srgbClr val="00F7FF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2424929"/>
            <a:ext cx="5092590" cy="432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79"/>
              </a:lnSpc>
            </a:pPr>
            <a:r>
              <a:rPr lang="en-US" sz="6599">
                <a:solidFill>
                  <a:srgbClr val="00F7FF"/>
                </a:solidFill>
                <a:latin typeface="Open Sauce SemiBold"/>
              </a:rPr>
              <a:t>AI Generated Video Timestamps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40845" y="8706485"/>
            <a:ext cx="601598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520"/>
              </a:lnSpc>
              <a:spcBef>
                <a:spcPct val="0"/>
              </a:spcBef>
            </a:pPr>
            <a:r>
              <a:rPr lang="en-US" sz="1800" u="none" spc="270">
                <a:solidFill>
                  <a:srgbClr val="FFFFFF"/>
                </a:solidFill>
                <a:latin typeface="Open Sauce Light"/>
              </a:rPr>
              <a:t>MADE FOR THE RESTLESS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67305" y="1078706"/>
            <a:ext cx="8291995" cy="4347428"/>
            <a:chOff x="0" y="66675"/>
            <a:chExt cx="11055994" cy="5796570"/>
          </a:xfrm>
        </p:grpSpPr>
        <p:sp>
          <p:nvSpPr>
            <p:cNvPr id="6" name="TextBox 6"/>
            <p:cNvSpPr txBox="1"/>
            <p:nvPr/>
          </p:nvSpPr>
          <p:spPr>
            <a:xfrm>
              <a:off x="0" y="66675"/>
              <a:ext cx="11055994" cy="1554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8800"/>
                </a:lnSpc>
              </a:pPr>
              <a:r>
                <a:rPr lang="en-US" sz="8000" dirty="0">
                  <a:solidFill>
                    <a:srgbClr val="FFFFFF"/>
                  </a:solidFill>
                  <a:latin typeface="Open Sauce SemiBold"/>
                </a:rPr>
                <a:t>Insert Video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034688" y="2445387"/>
              <a:ext cx="8021306" cy="3417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Open Sauce Light"/>
                </a:rPr>
                <a:t>SHOW CASE A NON-TIMESTAMPED VIDEO ON YOUTUBE AND PROCEDURE USING THE CHROME EXT TO GENERATE THE TIMESTAMPS </a:t>
              </a:r>
            </a:p>
            <a:p>
              <a:pPr algn="r">
                <a:lnSpc>
                  <a:spcPts val="2880"/>
                </a:lnSpc>
              </a:pPr>
              <a:endParaRPr lang="en-US" sz="1800" dirty="0">
                <a:solidFill>
                  <a:srgbClr val="FFFFFF"/>
                </a:solidFill>
                <a:latin typeface="Open Sauce Light"/>
              </a:endParaRPr>
            </a:p>
            <a:p>
              <a:pPr algn="r">
                <a:lnSpc>
                  <a:spcPts val="288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Open Sauce Light"/>
                </a:rPr>
                <a:t>20 seconds demo video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436112" y="8430260"/>
            <a:ext cx="1823188" cy="897255"/>
            <a:chOff x="0" y="0"/>
            <a:chExt cx="2430917" cy="1196340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31209" cy="117605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28971" y="-38100"/>
              <a:ext cx="1901946" cy="1234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Simply Control Your Life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21065"/>
            <a:ext cx="305802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uce Bold"/>
              </a:rPr>
              <a:t>FOR QUESTIONS OR COMMENTS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77250" y="1095375"/>
            <a:ext cx="8782050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800"/>
              </a:lnSpc>
            </a:pPr>
            <a:r>
              <a:rPr lang="en-US" sz="8000" u="none">
                <a:solidFill>
                  <a:srgbClr val="00F7FF"/>
                </a:solidFill>
                <a:latin typeface="Open Sauce SemiBold"/>
              </a:rPr>
              <a:t>Contact Information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688879" y="1028700"/>
            <a:ext cx="215196" cy="8229600"/>
            <a:chOff x="0" y="0"/>
            <a:chExt cx="286927" cy="10972800"/>
          </a:xfrm>
        </p:grpSpPr>
        <p:sp>
          <p:nvSpPr>
            <p:cNvPr id="5" name="AutoShape 5"/>
            <p:cNvSpPr/>
            <p:nvPr/>
          </p:nvSpPr>
          <p:spPr>
            <a:xfrm>
              <a:off x="128647" y="0"/>
              <a:ext cx="29633" cy="109728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6" name="AutoShape 6"/>
            <p:cNvSpPr/>
            <p:nvPr/>
          </p:nvSpPr>
          <p:spPr>
            <a:xfrm rot="-5400000">
              <a:off x="-163156" y="163156"/>
              <a:ext cx="613239" cy="286927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1264879" y="4399671"/>
            <a:ext cx="1262266" cy="1078408"/>
            <a:chOff x="0" y="0"/>
            <a:chExt cx="2324644" cy="1437878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2324644" cy="2667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9" name="AutoShape 9"/>
            <p:cNvSpPr/>
            <p:nvPr/>
          </p:nvSpPr>
          <p:spPr>
            <a:xfrm>
              <a:off x="0" y="1411208"/>
              <a:ext cx="2324644" cy="26670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629400" y="4229100"/>
            <a:ext cx="10814801" cy="3660154"/>
            <a:chOff x="0" y="-66675"/>
            <a:chExt cx="11955935" cy="4891708"/>
          </a:xfrm>
        </p:grpSpPr>
        <p:sp>
          <p:nvSpPr>
            <p:cNvPr id="12" name="TextBox 12"/>
            <p:cNvSpPr txBox="1"/>
            <p:nvPr/>
          </p:nvSpPr>
          <p:spPr>
            <a:xfrm>
              <a:off x="7631449" y="-66675"/>
              <a:ext cx="4324486" cy="4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+4915226429106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6830"/>
              <a:ext cx="40132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270" dirty="0">
                  <a:solidFill>
                    <a:srgbClr val="FFFFFF"/>
                  </a:solidFill>
                  <a:latin typeface="Open Sauce Light"/>
                </a:rPr>
                <a:t>PHO</a:t>
              </a:r>
              <a:r>
                <a:rPr lang="en-US" sz="1800" u="none" spc="270" dirty="0">
                  <a:solidFill>
                    <a:srgbClr val="FFFFFF"/>
                  </a:solidFill>
                  <a:latin typeface="Open Sauce Light"/>
                </a:rPr>
                <a:t>NE NUMBER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74378"/>
              <a:ext cx="40132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270">
                  <a:solidFill>
                    <a:srgbClr val="FFFFFF"/>
                  </a:solidFill>
                  <a:latin typeface="Open Sauce Light"/>
                </a:rPr>
                <a:t>EMAIL</a:t>
              </a:r>
              <a:r>
                <a:rPr lang="en-US" sz="1800" u="none" spc="270">
                  <a:solidFill>
                    <a:srgbClr val="FFFFFF"/>
                  </a:solidFill>
                  <a:latin typeface="Open Sauce Light"/>
                </a:rPr>
                <a:t> ADDRESS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31449" y="1344533"/>
              <a:ext cx="4324486" cy="427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 Light"/>
                </a:rPr>
                <a:t>pgsingh7297@gmail.com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1450" y="2755741"/>
              <a:ext cx="4324485" cy="442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endParaRPr lang="en-US" sz="1800" dirty="0">
                <a:solidFill>
                  <a:srgbClr val="FFFFFF"/>
                </a:solidFill>
                <a:latin typeface="Open Sauce Light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5320" y="2667565"/>
              <a:ext cx="5072535" cy="442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Open Sauce Light"/>
                </a:rPr>
                <a:t>https://github.com/Marzipan78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28" y="2714010"/>
              <a:ext cx="40132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270" dirty="0">
                  <a:solidFill>
                    <a:srgbClr val="FFFFFF"/>
                  </a:solidFill>
                  <a:latin typeface="Open Sauce Light"/>
                </a:rPr>
                <a:t>GITHUB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436" y="3886485"/>
              <a:ext cx="40132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270">
                  <a:solidFill>
                    <a:srgbClr val="FFFFFF"/>
                  </a:solidFill>
                  <a:latin typeface="Open Sauce Light"/>
                </a:rPr>
                <a:t>LINKEDIN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15023" y="3886485"/>
              <a:ext cx="4636501" cy="938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88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Open Sauce Light"/>
                </a:rPr>
                <a:t>https://www.linkedin.com/in/paramveer-singh07/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1264879" y="6435090"/>
            <a:ext cx="1262266" cy="457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AutoShape 23"/>
          <p:cNvSpPr/>
          <p:nvPr/>
        </p:nvSpPr>
        <p:spPr>
          <a:xfrm>
            <a:off x="11218145" y="7359528"/>
            <a:ext cx="1262267" cy="457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Box 24"/>
          <p:cNvSpPr txBox="1"/>
          <p:nvPr/>
        </p:nvSpPr>
        <p:spPr>
          <a:xfrm>
            <a:off x="1028700" y="1171575"/>
            <a:ext cx="538798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59"/>
              </a:lnSpc>
              <a:spcBef>
                <a:spcPct val="0"/>
              </a:spcBef>
            </a:pPr>
            <a:r>
              <a:rPr lang="en-US" sz="2399" spc="359">
                <a:solidFill>
                  <a:srgbClr val="00F7FF"/>
                </a:solidFill>
                <a:latin typeface="Open Sauce Light"/>
              </a:rPr>
              <a:t>STAMPIFY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1664089"/>
            <a:ext cx="1708148" cy="125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Custom</PresentationFormat>
  <Paragraphs>82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Open Sauce</vt:lpstr>
      <vt:lpstr>Arial</vt:lpstr>
      <vt:lpstr>Open Sauce SemiBold</vt:lpstr>
      <vt:lpstr>Open Sauce Bold</vt:lpstr>
      <vt:lpstr>Open Sauce Light</vt:lpstr>
      <vt:lpstr>Arimo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</dc:title>
  <cp:lastModifiedBy>Paramveer _S</cp:lastModifiedBy>
  <cp:revision>4</cp:revision>
  <dcterms:created xsi:type="dcterms:W3CDTF">2006-08-16T00:00:00Z</dcterms:created>
  <dcterms:modified xsi:type="dcterms:W3CDTF">2021-09-21T14:32:53Z</dcterms:modified>
  <dc:identifier>DAEpaEuV4YA</dc:identifier>
</cp:coreProperties>
</file>